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216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9-2-2026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Mobile dev - les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Testen, </a:t>
            </a:r>
            <a:r>
              <a:rPr lang="nl-NL" dirty="0" err="1"/>
              <a:t>Layouts</a:t>
            </a:r>
            <a:r>
              <a:rPr lang="nl-NL" dirty="0"/>
              <a:t> en media</a:t>
            </a:r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Testen</a:t>
            </a:r>
          </a:p>
          <a:p>
            <a:pPr lvl="1"/>
            <a:r>
              <a:rPr lang="nl-NL" dirty="0"/>
              <a:t>Emulator</a:t>
            </a:r>
          </a:p>
          <a:p>
            <a:pPr lvl="1"/>
            <a:r>
              <a:rPr lang="nl-NL" dirty="0"/>
              <a:t>Errorhandeling</a:t>
            </a:r>
          </a:p>
          <a:p>
            <a:r>
              <a:rPr lang="nl-NL" dirty="0" err="1"/>
              <a:t>Toasts</a:t>
            </a:r>
            <a:endParaRPr lang="nl-NL" dirty="0"/>
          </a:p>
          <a:p>
            <a:r>
              <a:rPr lang="nl-NL" dirty="0" err="1"/>
              <a:t>Layouts</a:t>
            </a:r>
            <a:endParaRPr lang="nl-NL" dirty="0"/>
          </a:p>
          <a:p>
            <a:pPr lvl="1"/>
            <a:r>
              <a:rPr lang="nl-NL" dirty="0" err="1"/>
              <a:t>Vertical</a:t>
            </a:r>
            <a:endParaRPr lang="nl-NL" dirty="0"/>
          </a:p>
          <a:p>
            <a:pPr lvl="1"/>
            <a:r>
              <a:rPr lang="nl-NL" dirty="0" err="1"/>
              <a:t>Horizontal</a:t>
            </a:r>
            <a:endParaRPr lang="nl-NL" dirty="0"/>
          </a:p>
          <a:p>
            <a:pPr lvl="1"/>
            <a:r>
              <a:rPr lang="nl-NL" dirty="0" err="1"/>
              <a:t>Grid</a:t>
            </a:r>
            <a:endParaRPr lang="nl-NL" dirty="0"/>
          </a:p>
          <a:p>
            <a:pPr lvl="1"/>
            <a:r>
              <a:rPr lang="nl-NL" dirty="0"/>
              <a:t>Recycler</a:t>
            </a:r>
          </a:p>
          <a:p>
            <a:r>
              <a:rPr lang="nl-NL" dirty="0"/>
              <a:t>Media</a:t>
            </a:r>
          </a:p>
          <a:p>
            <a:pPr lvl="1"/>
            <a:r>
              <a:rPr lang="nl-NL" dirty="0"/>
              <a:t>Afbeeldingen</a:t>
            </a:r>
          </a:p>
          <a:p>
            <a:pPr lvl="1"/>
            <a:r>
              <a:rPr lang="nl-NL" dirty="0"/>
              <a:t>Muziek</a:t>
            </a:r>
          </a:p>
          <a:p>
            <a:pPr lvl="1"/>
            <a:r>
              <a:rPr lang="nl-NL" dirty="0" err="1"/>
              <a:t>Videos</a:t>
            </a:r>
            <a:r>
              <a:rPr lang="nl-NL" dirty="0"/>
              <a:t> is zelfstudie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2D6446-8F10-F5F8-1769-AD594E01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B1ED45-9351-1F62-B213-C5B765A7F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Heb je een werkende emulator</a:t>
            </a:r>
          </a:p>
          <a:p>
            <a:pPr lvl="1"/>
            <a:r>
              <a:rPr lang="nl-NL" dirty="0"/>
              <a:t>Weet je stapsgewijs te werken met errorhandeling</a:t>
            </a:r>
          </a:p>
          <a:p>
            <a:pPr lvl="1"/>
            <a:r>
              <a:rPr lang="nl-NL" dirty="0"/>
              <a:t>Weet je waar je een toast voor kan gebruiken en hoe je een maakt</a:t>
            </a:r>
          </a:p>
          <a:p>
            <a:pPr lvl="1"/>
            <a:r>
              <a:rPr lang="nl-NL" dirty="0"/>
              <a:t>Weet je welke lay-outs er zijn en welke je wanneer gebruikt</a:t>
            </a:r>
          </a:p>
          <a:p>
            <a:pPr lvl="1"/>
            <a:r>
              <a:rPr lang="nl-NL" dirty="0"/>
              <a:t>Kan je media toepassen in een Android app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56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F31FD-1CF2-C9B0-BB93-C102CC3A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Springen er gelijk in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563DC3-E431-0AC3-CB88-68303EAE8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672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F995F-31F1-38EE-0045-3C49EA14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 opdrachten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10B8D9-2C53-B1C9-0F4C-3B21834D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Maak 2 mini apps</a:t>
            </a:r>
          </a:p>
          <a:p>
            <a:pPr lvl="1"/>
            <a:r>
              <a:rPr lang="nl-NL" dirty="0"/>
              <a:t>App 1 maak een nummer gok spel</a:t>
            </a:r>
          </a:p>
          <a:p>
            <a:pPr lvl="2"/>
            <a:r>
              <a:rPr lang="nl-NL" dirty="0"/>
              <a:t>De app maakt een random nummer aan tussen de 1 en 100</a:t>
            </a:r>
          </a:p>
          <a:p>
            <a:pPr lvl="2"/>
            <a:r>
              <a:rPr lang="nl-NL" dirty="0"/>
              <a:t>Je hebt een invoer veld en een knop.</a:t>
            </a:r>
          </a:p>
          <a:p>
            <a:pPr lvl="2"/>
            <a:r>
              <a:rPr lang="nl-NL" dirty="0"/>
              <a:t>In het invoerveld kan je een nummer schrijven</a:t>
            </a:r>
          </a:p>
          <a:p>
            <a:pPr lvl="2"/>
            <a:r>
              <a:rPr lang="nl-NL" dirty="0"/>
              <a:t>Als je op de knop drukt krijg je te horen of je te hoog, te laag of het nummer hebt geraden via een toast</a:t>
            </a:r>
          </a:p>
          <a:p>
            <a:pPr lvl="1"/>
            <a:r>
              <a:rPr lang="nl-NL" dirty="0"/>
              <a:t>App 2 maak een </a:t>
            </a:r>
            <a:r>
              <a:rPr lang="nl-NL" dirty="0" err="1"/>
              <a:t>music</a:t>
            </a:r>
            <a:r>
              <a:rPr lang="nl-NL" dirty="0"/>
              <a:t> </a:t>
            </a:r>
            <a:r>
              <a:rPr lang="nl-NL" dirty="0" err="1"/>
              <a:t>mood</a:t>
            </a:r>
            <a:r>
              <a:rPr lang="nl-NL" dirty="0"/>
              <a:t> app.</a:t>
            </a:r>
          </a:p>
          <a:p>
            <a:pPr lvl="2"/>
            <a:r>
              <a:rPr lang="nl-NL" dirty="0"/>
              <a:t>Maak een </a:t>
            </a:r>
            <a:r>
              <a:rPr lang="nl-NL" dirty="0" err="1"/>
              <a:t>vertical</a:t>
            </a:r>
            <a:r>
              <a:rPr lang="nl-NL" dirty="0"/>
              <a:t> </a:t>
            </a:r>
            <a:r>
              <a:rPr lang="nl-NL" dirty="0" err="1"/>
              <a:t>layout</a:t>
            </a:r>
            <a:r>
              <a:rPr lang="nl-NL" dirty="0"/>
              <a:t> met daarin een afbeelding en een </a:t>
            </a:r>
            <a:r>
              <a:rPr lang="nl-NL" dirty="0" err="1"/>
              <a:t>grid</a:t>
            </a:r>
            <a:r>
              <a:rPr lang="nl-NL" dirty="0"/>
              <a:t> van 2 bij 2 muziekknoppen. </a:t>
            </a:r>
          </a:p>
          <a:p>
            <a:pPr lvl="2"/>
            <a:r>
              <a:rPr lang="nl-NL" dirty="0"/>
              <a:t>De muziek mag van internet gedownload zijn of </a:t>
            </a:r>
            <a:r>
              <a:rPr lang="nl-NL" dirty="0" err="1"/>
              <a:t>soundbites</a:t>
            </a:r>
            <a:r>
              <a:rPr lang="nl-NL" dirty="0"/>
              <a:t> van een gratis download website</a:t>
            </a:r>
          </a:p>
        </p:txBody>
      </p:sp>
    </p:spTree>
    <p:extLst>
      <p:ext uri="{BB962C8B-B14F-4D97-AF65-F5344CB8AC3E}">
        <p14:creationId xmlns:p14="http://schemas.microsoft.com/office/powerpoint/2010/main" val="100702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Multilingual</a:t>
            </a:r>
            <a:endParaRPr lang="nl-NL" dirty="0"/>
          </a:p>
          <a:p>
            <a:r>
              <a:rPr lang="nl-NL" dirty="0"/>
              <a:t>App banner</a:t>
            </a:r>
          </a:p>
          <a:p>
            <a:r>
              <a:rPr lang="nl-NL" dirty="0"/>
              <a:t>App icon</a:t>
            </a:r>
          </a:p>
          <a:p>
            <a:r>
              <a:rPr lang="nl-NL" dirty="0"/>
              <a:t>App </a:t>
            </a:r>
            <a:r>
              <a:rPr lang="nl-NL" dirty="0" err="1"/>
              <a:t>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198</Words>
  <Application>Microsoft Office PowerPoint</Application>
  <PresentationFormat>Breedbeeld</PresentationFormat>
  <Paragraphs>39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Mobile dev - les 2</vt:lpstr>
      <vt:lpstr>Programma</vt:lpstr>
      <vt:lpstr>Leerdoelen</vt:lpstr>
      <vt:lpstr>Springen er gelijk in</vt:lpstr>
      <vt:lpstr>Oefen opdrachten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1</cp:revision>
  <dcterms:created xsi:type="dcterms:W3CDTF">2026-02-09T21:43:16Z</dcterms:created>
  <dcterms:modified xsi:type="dcterms:W3CDTF">2026-02-09T22:18:54Z</dcterms:modified>
</cp:coreProperties>
</file>